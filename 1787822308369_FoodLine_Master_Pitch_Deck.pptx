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4114800" cy="365760"/>
          </a:xfrm>
          <a:prstGeom prst="roundRect">
            <a:avLst/>
          </a:prstGeom>
          <a:solidFill>
            <a:srgbClr val="1E263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CAMPUS DINING REIMAGINED •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FoodLine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Skip the Line, Not the Meal.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1D5DB"/>
                </a:solidFill>
              </a:defRPr>
            </a:pPr>
            <a:r>
              <a:t>Next-Generation Campus Pre-Ordering, Smart Slot Throttling &amp; 30-Second Express Counter Collection Ecosystem for Indian Universities.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480560"/>
            <a:ext cx="2286000" cy="1005840"/>
          </a:xfrm>
          <a:prstGeom prst="roundRect">
            <a:avLst/>
          </a:prstGeom>
          <a:solidFill>
            <a:srgbClr val="1E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4805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📍 Pilot Campus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Sanjivani University (Cafe @7)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480560"/>
            <a:ext cx="2286000" cy="1005840"/>
          </a:xfrm>
          <a:prstGeom prst="roundRect">
            <a:avLst/>
          </a:prstGeom>
          <a:solidFill>
            <a:srgbClr val="1E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4805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⚡ Express Handover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30-Sec Counter QR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480560"/>
            <a:ext cx="2286000" cy="1005840"/>
          </a:xfrm>
          <a:prstGeom prst="roundRect">
            <a:avLst/>
          </a:prstGeom>
          <a:solidFill>
            <a:srgbClr val="1E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4805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💸 0% UPI PG Fees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Direct Merchant UTR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4480560"/>
            <a:ext cx="2286000" cy="1005840"/>
          </a:xfrm>
          <a:prstGeom prst="roundRect">
            <a:avLst/>
          </a:prstGeom>
          <a:solidFill>
            <a:srgbClr val="1E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44805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📡 Real-Time SSE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Zero-Refresh Live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Collegiate Break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Why 4.65M college students across Maharashtra lose valuable break time daily.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10896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⏳ 40% Break Time Lost</a:t>
            </a:r>
          </a:p>
          <a:p>
            <a:pPr>
              <a:spcBef>
                <a:spcPts val="1400"/>
              </a:spcBef>
              <a:defRPr sz="1300">
                <a:solidFill>
                  <a:srgbClr val="D1D5DB"/>
                </a:solidFill>
              </a:defRPr>
            </a:pPr>
            <a:r>
              <a:t>Short 30-minute campus breaks are crushed by 10-15 minute billing queues before food preparation even begins.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310896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116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🍳 Kitchen Rush Chaos</a:t>
            </a:r>
          </a:p>
          <a:p>
            <a:pPr>
              <a:spcBef>
                <a:spcPts val="1400"/>
              </a:spcBef>
              <a:defRPr sz="1300">
                <a:solidFill>
                  <a:srgbClr val="D1D5DB"/>
                </a:solidFill>
              </a:defRPr>
            </a:pPr>
            <a:r>
              <a:t>Canteen operators face uncoordinated demand spikes, leading to kitchen bottlenecks, food wastage, or stockouts.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828800"/>
            <a:ext cx="3474720" cy="310896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💸 Payment &amp; Cash Friction</a:t>
            </a:r>
          </a:p>
          <a:p>
            <a:pPr>
              <a:spcBef>
                <a:spcPts val="1400"/>
              </a:spcBef>
              <a:defRPr sz="1300">
                <a:solidFill>
                  <a:srgbClr val="D1D5DB"/>
                </a:solidFill>
              </a:defRPr>
            </a:pPr>
            <a:r>
              <a:t>Cash change delays, offline token slips, and high 2% PG gateway fees eat into fragile canteen operating margins.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1E26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KEY METRIC: Average student spends 14.5 minutes in line for a 20-minute meal window.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Result: Students skip meals, arrive late to lectures, and campus food vendors lose over 35% of potential daily turnover.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PRODUCT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FoodLine Campus Dining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Four interconnected pillars designed for sub-second collegiate dining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1. Browse &amp; Order Ahead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Students browse real-time canteen menus and customize meals directly from classrooms before breaks ring.</a:t>
            </a:r>
          </a:p>
          <a:p>
            <a:pPr>
              <a:spcBef>
                <a:spcPts val="2000"/>
              </a:spcBef>
              <a:defRPr sz="1100">
                <a:solidFill>
                  <a:srgbClr val="9CA3AF"/>
                </a:solidFill>
              </a:defRPr>
            </a:pPr>
            <a:r>
              <a:t>✓ Frictionless</a:t>
            </a:r>
            <a:br/>
            <a:r>
              <a:t>✓ Cloud Sync</a:t>
            </a:r>
            <a:br/>
            <a:r>
              <a:t>✓ Real-Time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2. Smart Slot Throttling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10-minute dynamic break slots balance kitchen load and eliminate rush-hour batching delays.</a:t>
            </a:r>
          </a:p>
          <a:p>
            <a:pPr>
              <a:spcBef>
                <a:spcPts val="2000"/>
              </a:spcBef>
              <a:defRPr sz="1100">
                <a:solidFill>
                  <a:srgbClr val="9CA3AF"/>
                </a:solidFill>
              </a:defRPr>
            </a:pPr>
            <a:r>
              <a:t>✓ Frictionless</a:t>
            </a:r>
            <a:br/>
            <a:r>
              <a:t>✓ Cloud Sync</a:t>
            </a:r>
            <a:br/>
            <a:r>
              <a:t>✓ Real-Time SSE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3. 0% Fee UPI QR (Option C)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Direct vendor UPI scanning + 12-digit UTR validation eliminates payment gateway fees completely.</a:t>
            </a:r>
          </a:p>
          <a:p>
            <a:pPr>
              <a:spcBef>
                <a:spcPts val="2000"/>
              </a:spcBef>
              <a:defRPr sz="1100">
                <a:solidFill>
                  <a:srgbClr val="9CA3AF"/>
                </a:solidFill>
              </a:defRPr>
            </a:pPr>
            <a:r>
              <a:t>✓ Frictionless</a:t>
            </a:r>
            <a:br/>
            <a:r>
              <a:t>✓ Cloud Sync</a:t>
            </a:r>
            <a:br/>
            <a:r>
              <a:t>✓ Real-Time 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4. 30-Sec Express Handover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High-contrast dynamic optical QR pass and 4-digit token verification at the dedicated FoodLine counter.</a:t>
            </a:r>
          </a:p>
          <a:p>
            <a:pPr>
              <a:spcBef>
                <a:spcPts val="2000"/>
              </a:spcBef>
              <a:defRPr sz="1100">
                <a:solidFill>
                  <a:srgbClr val="9CA3AF"/>
                </a:solidFill>
              </a:defRPr>
            </a:pPr>
            <a:r>
              <a:t>✓ Frictionless</a:t>
            </a:r>
            <a:br/>
            <a:r>
              <a:t>✓ Cloud Sync</a:t>
            </a:r>
            <a:br/>
            <a:r>
              <a:t>✓ Real-Time SSE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FLAGSHIP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Pilot: Sanjivani University, Kopargaon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Ground-truth campus deployment at Cafe @7 with real break timings and seed menu.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🏫 Pilot Campus &amp; Outlet</a:t>
            </a:r>
          </a:p>
          <a:p>
            <a:pPr>
              <a:spcBef>
                <a:spcPts val="600"/>
              </a:spcBef>
              <a:defRPr sz="1200">
                <a:solidFill>
                  <a:srgbClr val="D1D5DB"/>
                </a:solidFill>
              </a:defRPr>
            </a:pPr>
            <a:r>
              <a:t>University: Sanjivani University, Kopargaon (MH)</a:t>
            </a:r>
          </a:p>
          <a:p>
            <a:pPr>
              <a:spcBef>
                <a:spcPts val="600"/>
              </a:spcBef>
              <a:defRPr sz="1200">
                <a:solidFill>
                  <a:srgbClr val="D1D5DB"/>
                </a:solidFill>
              </a:defRPr>
            </a:pPr>
            <a:r>
              <a:t>Anchor Outlet: Cafe @7 (Main Campus Cafeteria)</a:t>
            </a:r>
          </a:p>
          <a:p>
            <a:pPr>
              <a:spcBef>
                <a:spcPts val="600"/>
              </a:spcBef>
              <a:defRPr sz="1200">
                <a:solidFill>
                  <a:srgbClr val="D1D5DB"/>
                </a:solidFill>
              </a:defRPr>
            </a:pPr>
            <a:r>
              <a:t>Canteen Merchant UPI: 9960091371@slc</a:t>
            </a:r>
          </a:p>
          <a:p>
            <a:pPr>
              <a:spcBef>
                <a:spcPts val="600"/>
              </a:spcBef>
              <a:defRPr sz="1200">
                <a:solidFill>
                  <a:srgbClr val="D1D5DB"/>
                </a:solidFill>
              </a:defRPr>
            </a:pPr>
            <a:r>
              <a:t>Official Standee QR: /canteen-qr.jpeg (public asset)</a:t>
            </a:r>
          </a:p>
          <a:p>
            <a:pPr>
              <a:spcBef>
                <a:spcPts val="600"/>
              </a:spcBef>
              <a:defRPr sz="1200">
                <a:solidFill>
                  <a:srgbClr val="D1D5DB"/>
                </a:solidFill>
              </a:defRPr>
            </a:pPr>
            <a:r>
              <a:t>Break 1 (Lunch): 11:50 AM – 12:30 PM</a:t>
            </a:r>
          </a:p>
          <a:p>
            <a:pPr>
              <a:spcBef>
                <a:spcPts val="600"/>
              </a:spcBef>
              <a:defRPr sz="1200">
                <a:solidFill>
                  <a:srgbClr val="D1D5DB"/>
                </a:solidFill>
              </a:defRPr>
            </a:pPr>
            <a:r>
              <a:t>  • Slot A: 11:50 AM – 12:10 PM</a:t>
            </a:r>
          </a:p>
          <a:p>
            <a:pPr>
              <a:spcBef>
                <a:spcPts val="600"/>
              </a:spcBef>
              <a:defRPr sz="1200">
                <a:solidFill>
                  <a:srgbClr val="D1D5DB"/>
                </a:solidFill>
              </a:defRPr>
            </a:pPr>
            <a:r>
              <a:t>  • Slot B: 12:10 PM – 12:30 PM</a:t>
            </a:r>
          </a:p>
          <a:p>
            <a:pPr>
              <a:spcBef>
                <a:spcPts val="600"/>
              </a:spcBef>
              <a:defRPr sz="1200">
                <a:solidFill>
                  <a:srgbClr val="D1D5DB"/>
                </a:solidFill>
              </a:defRPr>
            </a:pPr>
            <a:r>
              <a:t>Break 2 (Evening): 2:30 PM – 2:50 PM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🥟 Seeded Menu &amp; Live Pricing</a:t>
            </a:r>
          </a:p>
          <a:p>
            <a:pPr>
              <a:spcBef>
                <a:spcPts val="400"/>
              </a:spcBef>
              <a:defRPr sz="1200">
                <a:solidFill>
                  <a:srgbClr val="D1D5DB"/>
                </a:solidFill>
              </a:defRPr>
            </a:pPr>
            <a:r>
              <a:t>• Hot Samosa Pav with Chutney — ₹20 (Fast Grab / Snack)</a:t>
            </a:r>
          </a:p>
          <a:p>
            <a:pPr>
              <a:spcBef>
                <a:spcPts val="400"/>
              </a:spcBef>
              <a:defRPr sz="1200">
                <a:solidFill>
                  <a:srgbClr val="D1D5DB"/>
                </a:solidFill>
              </a:defRPr>
            </a:pPr>
            <a:r>
              <a:t>• Crispy Butter Masala Dosa — ₹50 (Bestseller / Freshly Made)</a:t>
            </a:r>
          </a:p>
          <a:p>
            <a:pPr>
              <a:spcBef>
                <a:spcPts val="400"/>
              </a:spcBef>
              <a:defRPr sz="1200">
                <a:solidFill>
                  <a:srgbClr val="D1D5DB"/>
                </a:solidFill>
              </a:defRPr>
            </a:pPr>
            <a:r>
              <a:t>• Thick Iced Cold Coffee — ₹50 (Student Favorite)</a:t>
            </a:r>
          </a:p>
          <a:p>
            <a:pPr>
              <a:spcBef>
                <a:spcPts val="400"/>
              </a:spcBef>
              <a:defRPr sz="1200">
                <a:solidFill>
                  <a:srgbClr val="D1D5DB"/>
                </a:solidFill>
              </a:defRPr>
            </a:pPr>
            <a:r>
              <a:t>• Cheese Grilled Veg Sandwich — ₹45 (Quick Bite)</a:t>
            </a:r>
          </a:p>
          <a:p>
            <a:pPr>
              <a:spcBef>
                <a:spcPts val="400"/>
              </a:spcBef>
              <a:defRPr sz="1200">
                <a:solidFill>
                  <a:srgbClr val="D1D5DB"/>
                </a:solidFill>
              </a:defRPr>
            </a:pPr>
            <a:r>
              <a:t>• Crispy Veg Herb Burger — ₹50 (Hot Kitchen)</a:t>
            </a:r>
          </a:p>
          <a:p>
            <a:pPr>
              <a:spcBef>
                <a:spcPts val="400"/>
              </a:spcBef>
              <a:defRPr sz="1200">
                <a:solidFill>
                  <a:srgbClr val="D1D5DB"/>
                </a:solidFill>
              </a:defRPr>
            </a:pPr>
            <a:r>
              <a:t>• Special Ginger Masala Chai — ₹15 (Beverage)</a:t>
            </a:r>
          </a:p>
          <a:p>
            <a:pPr>
              <a:spcBef>
                <a:spcPts val="400"/>
              </a:spcBef>
              <a:defRPr sz="1200">
                <a:solidFill>
                  <a:srgbClr val="D1D5DB"/>
                </a:solidFill>
              </a:defRPr>
            </a:pPr>
            <a:r>
              <a:t>• Fresh Mint Nimbu Pani — ₹25 (Cooler)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PAYMENT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Option C: Zero-Fee UPI &amp; UTR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Solving the micro-transaction dilemma: 0% payment gateway fees on ₹20 campus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06040" cy="292608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📱 Step 1: Scan Standee QR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Student views Cafe @7 UPI QR Standee image and UPI ID 9960091371@slc in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606040" cy="292608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⚡ Step 2: Pay via Any UPI App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Pays exact total directly via GPay, PhonePe, Paytm, or CRED with zero platform fee.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606040" cy="292608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🔐 Step 3: Submit 12-Digit UTR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Inputs bank UTR number (or last 6 digits e.g. 402819) into FoodLine verification modal.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606040" cy="292608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🎟️ Step 4: Generate Token &amp; Pass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Backend validates uniqueness, prevents replay, and issues verified digital token #FL-XXXX.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1E26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🎯 WHY OPTION C WINS ON CAMPUS: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Traditional Razorpay/Paytm PG charges 2.0% + GST per transaction — unfeasible for low ticket ₹20-50 canteen items. Option C ensures 100% merchant payout directly to the canteen's bank account with zero intermediary commissions.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KITCHEN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Kitchen Display System (KDS) &amp; 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Empowering cafeteria cooks with automated batch forecasting and real-time handovers.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2103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📊 Live Slot Batching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Groups incoming orders by upcoming 10-minute break slots so kitchen staff can batch-cook (e.g. 15 Dosas for 11:50 AM).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57800" cy="2103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📡 Server-Sent Events (SSE)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Real-time bi-directional pipeline updates order status from PREPARING to READY with zero screen refreshes.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103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📷 Optical QR Handover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Express counter staff scan student digital QR code or enter 4-digit PIN for sub-30-second meal handovers.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14800"/>
            <a:ext cx="5257800" cy="2103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51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C4899"/>
                </a:solidFill>
              </a:defRPr>
            </a:pPr>
            <a:r>
              <a:t>📦 Live Inventory Toggle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1-tap out-of-stock switcher prevents students from ordering sold-out dishes during sudden surges.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Collegiate Foodservice Market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Massive unorganized campus dining market ready for digital transformation.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TAM (Total Addressable)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45,000+ Colleges</a:t>
            </a:r>
          </a:p>
          <a:p>
            <a:pPr>
              <a:spcBef>
                <a:spcPts val="400"/>
              </a:spcBef>
              <a:defRPr sz="1600" b="1">
                <a:solidFill>
                  <a:srgbClr val="06B6D4"/>
                </a:solidFill>
              </a:defRPr>
            </a:pPr>
            <a:r>
              <a:t>₹18,000+ Cr ($2.2B)</a:t>
            </a:r>
          </a:p>
          <a:p>
            <a:pPr>
              <a:spcBef>
                <a:spcPts val="1600"/>
              </a:spcBef>
              <a:defRPr sz="1200">
                <a:solidFill>
                  <a:srgbClr val="D1D5DB"/>
                </a:solidFill>
              </a:defRPr>
            </a:pPr>
            <a:r>
              <a:t>All higher education institutions across India with on-campus cafeterias and dining halls.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SAM (Serviceable Addressable)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5,380 Colleges (MH)</a:t>
            </a:r>
          </a:p>
          <a:p>
            <a:pPr>
              <a:spcBef>
                <a:spcPts val="400"/>
              </a:spcBef>
              <a:defRPr sz="1600" b="1">
                <a:solidFill>
                  <a:srgbClr val="10B981"/>
                </a:solidFill>
              </a:defRPr>
            </a:pPr>
            <a:r>
              <a:t>₹2,400 Cr ($290M)</a:t>
            </a:r>
          </a:p>
          <a:p>
            <a:pPr>
              <a:spcBef>
                <a:spcPts val="1600"/>
              </a:spcBef>
              <a:defRPr sz="1200">
                <a:solidFill>
                  <a:srgbClr val="D1D5DB"/>
                </a:solidFill>
              </a:defRPr>
            </a:pPr>
            <a:r>
              <a:t>Colleges &amp; universities in Maharashtra with 46.5 Lakh (4.65M) enrolled students.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828800"/>
            <a:ext cx="347472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SOM (Year 1-2 Target)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50 Campuses</a:t>
            </a:r>
          </a:p>
          <a:p>
            <a:pPr>
              <a:spcBef>
                <a:spcPts val="400"/>
              </a:spcBef>
              <a:defRPr sz="1600" b="1">
                <a:solidFill>
                  <a:srgbClr val="F59E0B"/>
                </a:solidFill>
              </a:defRPr>
            </a:pPr>
            <a:r>
              <a:t>₹35 Cr ($4.2M GMV)</a:t>
            </a:r>
          </a:p>
          <a:p>
            <a:pPr>
              <a:spcBef>
                <a:spcPts val="1600"/>
              </a:spcBef>
              <a:defRPr sz="1200">
                <a:solidFill>
                  <a:srgbClr val="D1D5DB"/>
                </a:solidFill>
              </a:defRPr>
            </a:pPr>
            <a:r>
              <a:t>Initial university clusters across Pune, Kopargaon, Ahmednagar, Nashik, and Mumbai.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Multi-Stream Sustainable 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Zero barrier to vendor entry paired with scalable transaction and SaaS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🆓</a:t>
            </a:r>
            <a:br/>
            <a:r>
              <a:t>1. Free Canteen Onboarding</a:t>
            </a:r>
          </a:p>
          <a:p>
            <a:pPr>
              <a:spcBef>
                <a:spcPts val="1600"/>
              </a:spcBef>
              <a:defRPr sz="1200">
                <a:solidFill>
                  <a:srgbClr val="D1D5DB"/>
                </a:solidFill>
              </a:defRPr>
            </a:pPr>
            <a:r>
              <a:t>Zero setup fees and zero hardware requirement guarantees 100% canteen adoption across campuses.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📈</a:t>
            </a:r>
            <a:br/>
            <a:r>
              <a:t>2. Pickup Commission (3-5%)</a:t>
            </a:r>
          </a:p>
          <a:p>
            <a:pPr>
              <a:spcBef>
                <a:spcPts val="1600"/>
              </a:spcBef>
              <a:defRPr sz="1200">
                <a:solidFill>
                  <a:srgbClr val="D1D5DB"/>
                </a:solidFill>
              </a:defRPr>
            </a:pPr>
            <a:r>
              <a:t>Small platform fee per successful order covering hosting, SSE infrastructure, and continuous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🏃</a:t>
            </a:r>
            <a:br/>
            <a:r>
              <a:t>3. Campus Delivery Fee (₹10-20)</a:t>
            </a:r>
          </a:p>
          <a:p>
            <a:pPr>
              <a:spcBef>
                <a:spcPts val="1600"/>
              </a:spcBef>
              <a:defRPr sz="1200">
                <a:solidFill>
                  <a:srgbClr val="D1D5DB"/>
                </a:solidFill>
              </a:defRPr>
            </a:pPr>
            <a:r>
              <a:t>Optional in-campus delivery to library and hostel drop zones shared with student runners.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💎</a:t>
            </a:r>
            <a:br/>
            <a:r>
              <a:t>4. Merchant Analytics SaaS</a:t>
            </a:r>
          </a:p>
          <a:p>
            <a:pPr>
              <a:spcBef>
                <a:spcPts val="1600"/>
              </a:spcBef>
              <a:defRPr sz="1200">
                <a:solidFill>
                  <a:srgbClr val="D1D5DB"/>
                </a:solidFill>
              </a:defRPr>
            </a:pPr>
            <a:r>
              <a:t>Predictive demand forecasting, wastage reduction, and menu engineering dashboards for vendors.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COMPETITIVE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Existing Delivery Apps Fail on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FoodLine is architected specifically for collegiate micro-breaks and low-AOV dynamics.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FEATURE / ATTRIBUTE       | TRADITIONAL CANTEEN | SWIGGY / ZOMATO | FOODLINE CAMPUS</a:t>
            </a:r>
          </a:p>
          <a:p>
            <a:pPr>
              <a:spcBef>
                <a:spcPts val="1200"/>
              </a:spcBef>
              <a:defRPr sz="1200">
                <a:solidFill>
                  <a:srgbClr val="D1D5DB"/>
                </a:solidFill>
              </a:defRPr>
            </a:pPr>
            <a:r>
              <a:t>Break Window Alignment    | ❌ 15-min queue chaos | ❌ 35-45 min delivery  | ✅ 10-min smart slot pickup</a:t>
            </a:r>
          </a:p>
          <a:p>
            <a:pPr>
              <a:spcBef>
                <a:spcPts val="1200"/>
              </a:spcBef>
              <a:defRPr sz="1200">
                <a:solidFill>
                  <a:srgbClr val="D1D5DB"/>
                </a:solidFill>
              </a:defRPr>
            </a:pPr>
            <a:r>
              <a:t>Average Order Value       | ₹20 - ₹60           | ₹200+ (High minimums) | ✅ No minimum order (₹15 Chai)</a:t>
            </a:r>
          </a:p>
          <a:p>
            <a:pPr>
              <a:spcBef>
                <a:spcPts val="1200"/>
              </a:spcBef>
              <a:defRPr sz="1200">
                <a:solidFill>
                  <a:srgbClr val="D1D5DB"/>
                </a:solidFill>
              </a:defRPr>
            </a:pPr>
            <a:r>
              <a:t>Delivery / Platform Fees  | Zero (offline only) | ₹30-60 fees + 25% take | ✅ 0% Fee UPI QR (Option C)</a:t>
            </a:r>
          </a:p>
          <a:p>
            <a:pPr>
              <a:spcBef>
                <a:spcPts val="1200"/>
              </a:spcBef>
              <a:defRPr sz="1200">
                <a:solidFill>
                  <a:srgbClr val="D1D5DB"/>
                </a:solidFill>
              </a:defRPr>
            </a:pPr>
            <a:r>
              <a:t>Kitchen Load Throttling   | ❌ Overload &amp; delays | ❌ Uncoordinated spikes | ✅ Algorithmic slot throttling</a:t>
            </a:r>
          </a:p>
          <a:p>
            <a:pPr>
              <a:spcBef>
                <a:spcPts val="1200"/>
              </a:spcBef>
              <a:defRPr sz="1200">
                <a:solidFill>
                  <a:srgbClr val="D1D5DB"/>
                </a:solidFill>
              </a:defRPr>
            </a:pPr>
            <a:r>
              <a:t>Campus Gate Clearance     | N/A                 | ❌ Blocked at main gate | ✅ Hyper-local inside campus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IMPACT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Quantifiable operational breakthroughs delivered by FoodLine.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⏱️ ≥ 12 Mins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Time Saved Per Meal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Students gain back 40%+ of their break time to socialize, study, or relax.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🚀 2.5x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Peak Rush Throughput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Canteens fulfill 2.5x more orders in the same 30-minute rush window without expanding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⚡ ≤ 30 Sec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Counter Handover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Instant QR scan &amp; 4-digit PIN verification ensures rapid pickup with zero billing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606040" cy="4389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A855F7"/>
                </a:solidFill>
              </a:defRPr>
            </a:pPr>
            <a:r>
              <a:t>🔄 ≥ 65%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Weekly Active Retention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Daily campus dining habits create industry-leading organic retention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Modern Enterprise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Engineered for high concurrency, sub-second latency, and responsive mobile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2103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⚙️ Frontend Engine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Next.js 15+ App Router, React 19, TypeScript (Strict), Tailwind CSS v4, Motion spring physics.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57800" cy="2103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⚙️ Component System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shadcn/ui (Nova preset), Watermelon UI CardSplitAccordion, OKLCH high-contrast color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103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⚙️ Backend &amp; Real-Time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Next.js API Route Handlers, Server-Sent Events (SSE), Supabase PostgreSQL database.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14800"/>
            <a:ext cx="5257800" cy="210312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51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⚙️ Knowledge Graph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Graphify AST AST mapping (graphify update .) for automated code intelligence and clean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61C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784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Future of Campus Dining Starts Here</a:t>
            </a:r>
          </a:p>
          <a:p>
            <a:pPr>
              <a:spcBef>
                <a:spcPts val="800"/>
              </a:spcBef>
              <a:defRPr sz="1800" b="1">
                <a:solidFill>
                  <a:srgbClr val="F59E0B"/>
                </a:solidFill>
              </a:defRPr>
            </a:pPr>
            <a:r>
              <a:t>Scaling from Sanjivani University to 5,000+ Campuses Across India.</a:t>
            </a:r>
          </a:p>
          <a:p>
            <a:pPr>
              <a:spcBef>
                <a:spcPts val="1600"/>
              </a:spcBef>
              <a:defRPr sz="1300">
                <a:solidFill>
                  <a:srgbClr val="D1D5DB"/>
                </a:solidFill>
              </a:defRPr>
            </a:pPr>
            <a:r>
              <a:t>Phase 1: Full saturation &amp; student adoption at Sanjivani University (Cafe @7).</a:t>
            </a:r>
            <a:br/>
            <a:r>
              <a:t>Phase 2: City-cluster expansion across Pune, Nashik, and Mumbai universities.</a:t>
            </a:r>
            <a:br/>
            <a:r>
              <a:t>Phase 3: Standardizing collegiate dining and delivery nationwide.</a:t>
            </a:r>
          </a:p>
          <a:p>
            <a:pPr>
              <a:spcBef>
                <a:spcPts val="2000"/>
              </a:spcBef>
              <a:defRPr sz="1200" b="1">
                <a:solidFill>
                  <a:srgbClr val="10B981"/>
                </a:solidFill>
              </a:defRPr>
            </a:pPr>
            <a:r>
              <a:t>🚀 FoodLine — Skip the Line, Not the Meal.</a:t>
            </a:r>
            <a:br/>
            <a:r>
              <a:t>Repository: /home/darkkakashi/Desktop/frontline</a:t>
            </a:r>
            <a:br/>
            <a:r>
              <a:t>Verified Production Build: Next.js 15 + React 19 + Supabase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