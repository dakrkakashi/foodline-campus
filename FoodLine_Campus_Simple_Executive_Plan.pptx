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5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Cover slide. FoodLine Campus is a zero-queue express ordering rail. 100% free for canteens (0% commission) with a tiny 4% convenience fee from students. Designed to generate ₹34,45,78,180 (₹34.46 Cr), representing 10% of our total Goldmine Target of ₹3,44,57,81,800.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Vision and Mission. Students get their 15-minute break back for only 4% (~₹3), and canteens pay zero commission.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The Problem. Canteens operate on thin margins and refuse 25% commissions. Students face long lines and canteens face fake UPI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The Solution. Canteens pay 0% commission, and students pay only 4% (~₹3) to skip the crowd.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Product Rails. Our software connects students, cooks, and canteen managers seamlessly with zero friction.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Competitive Advantage. Zero commission means 100% canteen adoption. 4% student fee means instant affordability for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Business Model. We take 0% from canteens and 4% from students. With 0% MDR on UPI, our gross profit margin is over 90%.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Pilot Unit Economics. On a single campus, 4% fee brings ₹1,92,000 in revenue. After ₹18K direct tech costs and ₹72K lean OPEX, net profit is ₹1,02,000 (53% margin).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Setup Cost. Total initial requirement is ₹2,04,000 including working capital reserve. Extremely lean and asset-light.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Break-Even Math. Break-even requires only 24,828 orders/year (41% capacity). Operational break-even reached in Month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5-Year Scaling and Goldmine Target. By Year 5, 50 campuses yield ₹96L revenue and ₹63L net profit. Scaling to 500+ campuses generates ₹34,45,78,180, fulfilling 10% of our total ₹344.58 Cr Goldmine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Contact and pilot rollout. We are ready to launch at Sanjivani University with 0% commission for canteens and 4% fee from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" name="Image 0" descr="D:\Shivam Project\StartUp Project\FoodLine Campus\foodline-campu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48640"/>
            <a:ext cx="16459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4173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BUSINESS PLAN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17373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260604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Zero-Queue Express Food Ordering &amp; Kitchen Automation for Colleges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3154680"/>
            <a:ext cx="1069848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3337560"/>
            <a:ext cx="99669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Presented By: Shivam &amp; FoodLine Core Team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Pilot Campus: Sanjivani University (Cafe @7 Outlet), Kopargaon, Maharashtra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Disruption Model: 100% FREE for Canteens (0% Commission) • Students Pay 4% Express Fee (~₹3.20/order)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Pilot Unit Economics: ₹48L GMV • ₹1.92L Revenue • 90.6% Gross Margin • ₹1.02L Net Annual Profit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Goldmine Milestone (10% Target): This business plan is designed to generate ₹34,45,78,180 (₹34.46 Cr) — 10% of our total Goldmine Target (₹3,44,57,81,800)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Vision &amp; Mission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OUR VISION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 eliminate dining queues across 500+ Indian university campuses, generating ₹34.46 Cr (10% of our ₹344.58 Cr Goldmine milestone).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93192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Cashless and fraud-proof dining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 meal collected in under 30 seconds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FREE technology for every campus canteen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OUR MISSION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 give students back their 15-minute break for just ~₹3 pocket-change, while helping canteen operators double sales with zero commission.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0" y="393192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10-Second order flow from classroom desks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Paced kitchen preparation with slot throttling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Canteen keeps 100% of their food earnings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MARKET FRICTION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15-Minute Campus Break Trap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74520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Short Recess, Long Lines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Recess is only 15 minutes, but canteen lines take 18+ minutes. Over 50% of students skip meals or arrive late to class.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1874520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0332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Kitchen Rush-Hour Panic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310896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Cooks are overwhelmed by 50–100 students yelling orders at once. Food burns, mistakes happen, and service collapses.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ECA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874520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Fake UPI Payment Scams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10896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flash fake gallery screenshots in dense crowds. Canteens lose ₹1,000 to ₹3,000 every single week.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611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874520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1874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89720" y="23774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High Commissions Fail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89720" y="3108960"/>
            <a:ext cx="2103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Swiggy/Zomato take 25-30% cuts which canteens refuse. Furthermore, outside delivery riders are stopped at university gates.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Campus: Express Ordering Rail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2024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Pre-Order &amp; 4% Fee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orders from lecture hall 5 mins before break. Pays UPI seamlessly with a tiny 4% fee (~₹3 on an ₹80 snack).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2024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634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Paced Cooking (KDS)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29718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Kitchen Display System (KDS) paces orders. Slot throttling caps orders to grill capacity, preventing stampedes.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92024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 3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210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30-Sec Counter Pickup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21040" y="297180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Cook taps "Ready". Student walks to express counter, shows 4-digit OTP pass, and grabs hot food in 30 seconds.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846320"/>
            <a:ext cx="10698480" cy="109728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98348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WIN-WIN DISRUPTION: 0% CANTEEN COMMISSION + 100% FRAUD ELIMINATION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" y="530352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Canteens pay ₹0 commission and keep 100% of their sales price, while our bank UTR verification completely stops fake UPI screenshots.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4 Core Platform Rails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87452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874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RAIL 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Student Mobile Web &amp; 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97180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Zero-install instant PWA &amp; Android app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digital menu with pricing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Direct UPI payment with transparent 4% fee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Digital pickup pass with 4-digit OTP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187452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874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RAIL 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Kitchen Display System (KDS)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297180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100% Free for canteens on any 10" tablet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Color-coded tickets: Yellow ➔ Green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Loud sound alert on incoming orders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1-Tap meal ready notification to student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FDE6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187452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874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RAIL 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Smart Slot Throttling Engine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297180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Caps orders to kitchen fryer/grill speed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E.g. max 25 orders every 10 minutes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Automatically smooths peak 15-min rush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food spoilage or kitchen panic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61120" y="1645920"/>
            <a:ext cx="2560320" cy="42976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9720" y="1874520"/>
            <a:ext cx="2103120" cy="292608"/>
          </a:xfrm>
          <a:prstGeom prst="roundRect">
            <a:avLst>
              <a:gd name="adj" fmla="val 2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18745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RAIL 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89720" y="23317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Manager Portal &amp; Dual Sync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89720" y="2971800"/>
            <a:ext cx="21031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daily sales &amp; payout tracking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bank UTR fraud verification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2-way Google Sheets sync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Instant toggle for sold-out menu items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COMPETITIVE 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Why FoodLine Wins: The Zero-Commission Model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40233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FOODLINE CAMPUS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SWIGGY / ZOMATO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CANTEEN LINE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5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Canteen Commission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 (100% Free for Canteen)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25% – 30% Commission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Student Extra Fee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Only 4% (~₹3 on ₹80 order)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₹40 – ₹60 delivery fee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₹0 (Costs 20 min time)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Pickup Wait Time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Seconds (Express)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35–45 Minutes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18–25 Minutes (Queue)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Campus Gate Access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Inside Campus Rail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Blocked at Main Gate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Inside Canteen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Fake UPI Scam Risk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 (Bank UTR Shield)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(Fake screenshots)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REVENUE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4% Student Convenience Fee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2024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CANTEEN SIDE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100% Free for Canteens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0% Commission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4290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Canteens keep 100% of their earnings. No setup fee, no commission, and free KDS kitchen software. Result: Instant canteen adoption.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05840" y="502920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5166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Pilot Yield: Zero Resistance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164592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92024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STUDENT SIDE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4% Express Convenience Fee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4% of Order Value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34290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happily pay a tiny 4% fee to skip the 20-minute crowd.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 ₹40 Poha = ₹1.60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 ₹80 Meal = ₹3.20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 ₹100 Thali = ₹4.00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502920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5166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Pilot Yield: ₹1,92,000 / yr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46720" y="164592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5400">
            <a:solidFill>
              <a:srgbClr val="FDE6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21040" y="1920240"/>
            <a:ext cx="1645920" cy="320040"/>
          </a:xfrm>
          <a:prstGeom prst="roundRect">
            <a:avLst>
              <a:gd name="adj" fmla="val 2285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1920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PAYMENT RAIL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24231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Direct UPI Rail (0% MDR)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2104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0% Gateway Charges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21040" y="34290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Compliant direct UPI peer-to-merchant routing avoids high 2% card/gateway fees. FoodLine retains &gt;90% of fee as gross profit.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321040" y="5029200"/>
            <a:ext cx="2834640" cy="640080"/>
          </a:xfrm>
          <a:prstGeom prst="roundRect">
            <a:avLst>
              <a:gd name="adj" fmla="val 11429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5166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7706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Pilot Yield: &gt;90% Gross Margin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FINANCIAL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Single-Campus Pilot Unit Economics (4% Student Model)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83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2,500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176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Campus Students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227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Users (40% Adoption)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8862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60,000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279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/ Year (5 orders/mo)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800600"/>
            <a:ext cx="4389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937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₹48 LAKH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05840" y="5330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GMV (@ ₹80 AOV)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645920"/>
          <a:ext cx="5943600" cy="429768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FINANCIAL ITEM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AMOUNT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Gross Merchandise Value (GMV @ ₹80 AOV)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₹48,00,000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FoodLine Revenue (4% Student Convenience Fee)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₹1,92,000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Direct Variable Tech Cost (~₹0.30/order SMS/Server)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(₹18,000)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Gross Profit (90.62% Gross Margin)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₹1,74,000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Lean Campus OPEX (Hosting + Lead + Marketing)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(₹72,000)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 PROFIT (53.1% Net Margin)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₹1,02,000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CAPITAL REQUIREMENTS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Setup Cost &amp; Initial Investment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42519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EXPENSE ITEM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 / ALLOCATION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AMOUNT (₹)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Software Platform Build &amp; Testing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Next.js 15 PWA, real-time KDS &amp; cloud infrastructure setup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₹60,000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Canteen Hardware Setup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10" Android tablet + soundbox device for canteen kitchen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₹15,000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Company Registration &amp; Legal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Pvt Ltd incorporation, GST registration, and legal agreements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₹25,000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Branding &amp; Campus Signage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QR code table tents for 50 tables + express counter banner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₹20,000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Working Capital Reserve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Cash buffer for Year 1 cloud hosting &amp; operations reserve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₹84,000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 INITIAL INVESTMENT REQUIRED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51% Founders Equity (₹1.04L) + 49% Seed Capital (₹1.00L)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₹2,04,000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7324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VIABILITY MATH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Break-Even Point &amp; Payback Period (4% Model)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BREAK-EVEN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Annual Lean Fixed OPEX: ₹72,000 (₹6,000/mo)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Contribution Margin / Order: ₹2.90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  (₹3.20 Revenue − ₹0.30 Variable Tech Cost)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BREAK-EVEN ORDER VOLUME: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= ₹72,000 ÷ ₹2.90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= 24,828 Orders / Year (~2,069 orders/month)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Capacity Cushion: Only 41% of pilot volume needed!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59% Safety Margin: Project remains profitable even if student volume drops by half.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920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ESTIMATED PAYBACK PERIOD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2377440"/>
            <a:ext cx="4480560" cy="1005840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56032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OPERATIONAL BREAK-EVEN: MONTH 5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Capital Payback: ~18 Months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3566160"/>
            <a:ext cx="4480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0% Canteen Churn: Because canteens pay ₹0 commission, zero canteens churn or cancel.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Hardware Payback in &lt; 45 Days: The ₹15,000 kitchen tablet cost is covered within 45 days of orders.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Strong Cash Flow: Direct UPI transactions ensure same-day settlement with zero debt or credit risk.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SCALE &amp; EXPANSION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5-Year Growth Projections &amp; Goldmine Target (10% Allocation)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698480" cy="352958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 Campuses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 Students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Orders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900,000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1.8 Million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3.0 Million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GMV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₹48.0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₹2.40 Cr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₹7.20 Cr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₹14.40 Cr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₹24.00 Cr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 (4% Fee)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₹1.92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₹9.60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₹28.80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₹57.60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₹96.00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Lean Annual OPEX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₹0.72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₹2.40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₹6.50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₹14.00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₹24.00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 ANNUAL PROFIT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₹1.02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₹6.30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₹19.60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₹38.20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₹63.00 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5166360"/>
            <a:ext cx="10698480" cy="960120"/>
          </a:xfrm>
          <a:prstGeom prst="roundRect">
            <a:avLst>
              <a:gd name="adj" fmla="val 9524"/>
            </a:avLst>
          </a:prstGeom>
          <a:solidFill>
            <a:srgbClr val="ECFDF5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525780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GOLDMINE TARGET (10% ALLOCATION): ₹34,45,78,180 (₹34.46 CRORES)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" y="5559552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Expanding to 500+ university campuses nationally unlocks ₹240+ Cr GMV with zero canteen churn, generating ₹34,45,78,180 (10% of our total ₹344.58 Cr Goldmine milestone).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3" name="Image 0" descr="D:\Shivam Project\StartUp Project\FoodLine Campus\foodline-campus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548640"/>
            <a:ext cx="173736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325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731520" y="19202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 Campus Technologies Pvt. Ltd.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31520" y="22860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Zero-Queue Express Food Ordering &amp; Kitchen Automation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"100% Free for Canteens. Just Order, Grab, and Go."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1371600" y="2926080"/>
            <a:ext cx="9418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A7F3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0" y="3063240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PILOT LAUNCH &amp; GOLDMINE ROADMAP: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45920" y="3383280"/>
            <a:ext cx="8869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Pilot Ready: Sanjivani University (Cafe @7 Outlet), Kopargaon, Maharashtra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Architecture: Next.js 15 PWA + Android APK + Live KDS Screen (Deployment Ready)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• Target Goldmine Milestone: ₹34,45,78,180 (₹34.46 Cr — 10% of ₹344.58 Cr Goal) across 500+ Campuses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371600" y="48463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54480" y="4983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CO-FOUNDER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554480" y="5257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Shivam Nirmal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48463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4983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PHONE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46320" y="5257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+91 92707 02091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55280" y="484632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38160" y="4983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EMAIL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138160" y="52578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foodlinecampus07@gmail.com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" y="6263640"/>
            <a:ext cx="10698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6355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FoodLine Campus • Executive Business Plan (Zero-Commission Canteen Model)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9144000" y="6355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4748B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2173</Words>
  <Application>Microsoft Office PowerPoint</Application>
  <PresentationFormat>Widescreen</PresentationFormat>
  <Paragraphs>327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Outfit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SHIVAM MANOJ NIRMAL</cp:lastModifiedBy>
  <cp:revision>4</cp:revision>
  <dcterms:created xsi:type="dcterms:W3CDTF">2026-09-19T10:29:18Z</dcterms:created>
  <dcterms:modified xsi:type="dcterms:W3CDTF">2026-09-19T10:36:54Z</dcterms:modified>
</cp:coreProperties>
</file>