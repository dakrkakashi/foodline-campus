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5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slide. FoodLine Campus is an express ordering rail purpose-built for college campuses. This plan is designed to achieve our total Goldmine Amount of ₹3,44,57,81,800 (₹344.58 Cr).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Vision and Mission. We give students their time back and help canteens process more orders without extra staff, driving towards our long-term goldmine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Problem. The combination of short breaks, kitchen chaos, fake UPI screenshots, and delivery app barriers creates a severe daily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The Solution. 3 simple steps: Tap &amp; order, cook with slot throttling, and 30-second express pickup with OTP.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Product Rails. Our technology connects students, cooks, and canteen managers seamlessly.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Competitive Advantage. FoodLine owns a clear blue ocean on campus where delivery aggregators are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Business Model. Revenue per order is roughly ₹7 (₹4 commission + ₹3 convenience fee), plus a ₹2,000 monthly SaaS fee per canteen.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Pilot Unit Economics. A single 2,500-student campus generates ₹4.44L in revenue, ₹2.98L in gross profit (67%), and ₹1.18L in net annual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Setup Cost. Total initial requirement is only ₹2,04,000, including ₹84,000 in working capital reserve. The business is asset-light and highly capital-efficient.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Break-Even Math. Break-even requires just 34,211 orders/year (57% capacity), giving a strong 43% safety margin. Total investment is recovered in ~14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5-Year Scaling and Goldmine Target. Scaling to 50 campuses yields ₹24 Cr annual GMV and ₹92L profit, paving the way towards our total Goldmine Amount of ₹3,44,57,81,800 across 500+ campuses.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Contact, pilot rollout, and goldmine target. We are ready to launch at Sanjivani University to begin our journey towards the ₹3,44,57,81,800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16459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Zero-Queue Express Food Ordering &amp; Kitchen Automation for Colleges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31546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337560"/>
            <a:ext cx="9966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Presented By: Shivam &amp; FoodLine Core Team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Campus: Sanjivani University (Cafe @7 Outlet), Kopargaon, Maharashtra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Target: Scale to 50 Campuses across India within 5 Years (₹24 Cr GMV &amp; ₹92L Net Profit)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Foundation: ₹4.44L Rev/Campus, 67% Gross Margin, ₹1.18L Net Profit, Break-Even Month 7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Goldmine Target: This business plan is designed to help achieve total Goldmine Amount ₹3,44,57,81,800 (₹344.58 Cr)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&amp; Mission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eliminate dining queues across 500+ Indian university campuses, unlocking our ₹344.58 Cr Goldmine enterprise milestone.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Cashless and fraud-proof dining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meal collected in under 30 seconds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Free, modern technology for every canteen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give students back their 15-minute break, while helping canteen operators double their rush-hour sales with zero kitchen panic.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10-Second order flow from classroom desks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Paced kitchen preparation with slot throttling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Hot meals ready exactly when the recess bell rings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15-Minute Campus Break Trap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Recess, Long 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Recess is only 15 minutes, but canteen lines take 18+ minutes. Over 50% of students skip meals or arrive late to class.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Rush-Hour Panic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Cooks are overwhelmed by 50–100 students yelling orders at once. Food burns, mistakes happen, and service collapses.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UPI Payment Scams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flash fake gallery screenshots in dense crowds. Canteens lose ₹1,000 to ₹3,000 every single week.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Apps Cannot Operate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 &amp; Zomato riders are barred at campus gates. A ₹50 delivery fee on a ₹40 snack makes outside delivery unviable.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Campus: Zero-Queue Express Rail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&amp; Order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pre-orders from lecture hall 5 mins before break.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instantly via UPI.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Paced Cooking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Display System (KDS) paces preparation.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throttling prevents overload.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20240"/>
            <a:ext cx="128016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&amp; Collect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taps "Ready". Student walks to counter, shows 4-digit OTP, grabs meal in 30s.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834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BENEFIT: 100% FRAUD ELIMINATION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are dispatched ONLY after the 12-digit bank UTR is verified. Fake gallery screenshots are completely eliminated.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Core Platform 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Mobile Web &amp;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Zero-install instant PWA &amp; Android app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digital menu with pricing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One-tap UPI payment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pickup pass with 4-digit OTP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Display System (KDS)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Runs on any affordable 10" Android tablet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Color-coded tickets: Yellow ➔ Green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 chimes on incoming orders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meal ready notification to student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Slot Throttling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Caps orders to grill/fryer capacity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E.g. max 25 meals every 10 minutes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smooths peak rush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kitchen burnout or food spoilage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Portal &amp; Dual Sync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daily sales &amp; volume dashboard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bank UTR fraud verification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2-way Google Sheets sync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toggle for sold-out menu items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FoodLine Wins on Campus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FOODLINE CAMPUS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SWIGGY / ZOMATO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CANTEEN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Seconds (Express)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35–45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18–25 Minutes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Fee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 – ₹3 micro-fee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₹40 – ₹60 delivery fee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 (Costs 20 min time)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 Campus Rail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 at Main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 Canteen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 Fraud Protection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(Bank UTR Shield)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(Fake screenshots)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Canteen Setup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 (Free KDS software)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commission (25-30%)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FoodLine Makes Money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Canteen Commission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of GMV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pays 5% for automated queue management, zero fake UPI fraud, and higher daily throughput.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Yield: ₹2,40,000 / yr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Convenience Fee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 per Order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happily pay ₹3 to skip 20-minute lines and collect meals immediately in 30 seconds.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Yield: ₹1,80,000 / yr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92024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20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Canteen SaaS Subscription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₹2,000 / Month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monthly software fee for real-time KDS, analytics, and 2-way Google Sheets synchronization.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Yield: ₹24,000 / yr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Single-Campus Pilot Unit Economics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Campus 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 (40% Adoption)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/ Year (5 orders/mo)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37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₹48 Lakh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5330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GMV (@ ₹80 AOV)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45920"/>
          <a:ext cx="5943600" cy="42976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ITEM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AMOUNT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Merchandise Value (GMV)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₹48,00,000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 (Comm + Fee + SaaS)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₹4,44,000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COGS (Gateway 1.8% + SMS ₹1)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(₹1,46,400)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 (67.03% Margin)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₹2,97,600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 Operating Expenses (OPEX)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(₹1,80,000)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PROFIT (26.5% Net Margin)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₹1,17,600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Cost &amp; Initial Investment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2519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EXPENSE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/ ALLOCATION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(₹)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Platform Build &amp; Testing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15 PWA, real-time KDS &amp; cloud infrastructure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Canteen Hardware Setup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10" Android tablet + soundbox device for canteen kitchen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 Registration &amp;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Pvt Ltd incorporation, GST registration, and legal agreements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₹25,000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Branding &amp; Campus Signage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QR code table tents for 50 tables + express counter banner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Capital Reserve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buffer for Year 1 cloud hosting &amp; operations reserve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₹84,000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INITIAL INVESTMENT 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 Founders Equity (₹1.04L) + 49% Seed Capital (₹1.00L)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₹2,04,000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Point &amp; Payback Period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Annual Fixed OPEX: ₹1,80,000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Fixed SaaS Revenue: (₹24,000)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 Fixed Cost to Cover: ₹1,56,000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Contribution Margin / Order: ₹4.56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(₹7.00 Revenue − ₹2.44 Variable Cost)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VOLUME: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₹1,56,000 ÷ ₹4.56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34,211 Orders / Year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57% of pilot volume — ₹27.37L GMV)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PAYBACK PERIOD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PAYBACK: ~14 MONTHS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Break-Even: Month 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5661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43% Safety Cushion: We break even even if order volume falls 43% below projections.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Payback in &lt; 30 Days: The ₹15,000 kitchen tablet cost is recovered in under 1 month through incremental orders.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Positive Cash Flow: Digital payments eliminate collection delays; operating cash flow tracks net profit directly.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088742"/>
              </p:ext>
            </p:extLst>
          </p:nvPr>
        </p:nvGraphicFramePr>
        <p:xfrm>
          <a:off x="731520" y="1554480"/>
          <a:ext cx="10698480" cy="352958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YEAR 4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YEAR 5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Active Campuses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Active Students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1,000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5,000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15,000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30,000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50,000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Annual Orders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60,000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300,000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900,000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1.8 Million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3.0 Million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Annual GMV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₹48.0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₹2.40 Cr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₹7.20 Cr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₹14.40 Cr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₹24.00 Cr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Platform Revenue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₹1.92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₹9.60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₹28.80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₹57.60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₹96.00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Annual OPEX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₹0.72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₹2.40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₹6.50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₹14.00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₹24.00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ca Majora 3 Heavy" panose="00000A00000000000000" pitchFamily="50" charset="0"/>
                          <a:ea typeface="Arial" pitchFamily="34" charset="-122"/>
                          <a:cs typeface="Arial" pitchFamily="34" charset="-120"/>
                        </a:rPr>
                        <a:t>NET ANNUAL PROFIT</a:t>
                      </a:r>
                      <a:endParaRPr lang="en-US" sz="1150" dirty="0">
                        <a:latin typeface="Arca Majora 3 Heavy" panose="00000A00000000000000" pitchFamily="50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₹1.02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₹6.30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₹19.60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₹38.20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ICENNA" panose="02000500000000000000" pitchFamily="2" charset="0"/>
                          <a:ea typeface="Arial" pitchFamily="34" charset="-122"/>
                          <a:cs typeface="Arial" pitchFamily="34" charset="-120"/>
                        </a:rPr>
                        <a:t>₹63.00 L</a:t>
                      </a:r>
                      <a:endParaRPr lang="en-US" sz="1400" dirty="0">
                        <a:latin typeface="AVICENNA" panose="02000500000000000000" pitchFamily="2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66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GOLDMINE TARGET: ₹3,44,57,81,800 (₹344.58 CRORES)</a:t>
            </a:r>
          </a:p>
        </p:txBody>
      </p:sp>
      <p:sp>
        <p:nvSpPr>
          <p:cNvPr id="8" name="Text 5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to 500+ university campuses nationally unlocks ₹240+ Cr GMV with zero canteen churn, positioning </a:t>
            </a:r>
            <a:r>
              <a:rPr lang="en-GB" sz="1150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</a:t>
            </a:r>
            <a:r>
              <a:rPr lang="en-GB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our ₹344,57,81,800 Goldmine enterprise valuation.</a:t>
            </a:r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</a:t>
            </a: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Campus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1EB8940-8F64-377F-CD4D-4BE55E1A569E}"/>
              </a:ext>
            </a:extLst>
          </p:cNvPr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geta Chubby Demo" panose="02000500000000000000" pitchFamily="2" charset="0"/>
                <a:ea typeface="Arial" pitchFamily="34" charset="-122"/>
                <a:cs typeface="Arial" pitchFamily="34" charset="-120"/>
              </a:rPr>
              <a:t>5-year Growth Projections (1 To 50 Campuses)</a:t>
            </a:r>
            <a:endParaRPr lang="en-US" sz="2600" dirty="0">
              <a:latin typeface="Ageta Chubby Demo" panose="02000500000000000000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48640"/>
            <a:ext cx="173736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Technologies Pvt. Ltd.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Zero-Queue Express Food Ordering &amp; Kitchen Automation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More Waiting in Lines. Just Order, Grab, and Go."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371600" y="2926080"/>
            <a:ext cx="9418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06324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 &amp; GOLDMINE ROADMAP: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338328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Ready: Sanjivani University (Cafe @7 Outlet), Kopargaon, Maharashtra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Architecture: Next.js 15 PWA + Android APK + Live KDS Screen (Deployment Ready)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Goldmine Milestone: ₹3,44,57,81,800 (₹344.58 Cr) across 500+ Indian Campuses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7160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5448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Shivam &amp; Core Team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+91 76669 05482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13816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foodlinecampus@gmail.com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FoodLine Campus • Executive Business Plan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1901</Words>
  <Application>Microsoft Office PowerPoint</Application>
  <PresentationFormat>Widescreen</PresentationFormat>
  <Paragraphs>326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Ageta Chubby Demo</vt:lpstr>
      <vt:lpstr>Arca Majora 3 Heavy</vt:lpstr>
      <vt:lpstr>Arial</vt:lpstr>
      <vt:lpstr>AVICENNA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SHIVAM MANOJ NIRMAL</cp:lastModifiedBy>
  <cp:revision>7</cp:revision>
  <dcterms:created xsi:type="dcterms:W3CDTF">2026-09-18T18:47:48Z</dcterms:created>
  <dcterms:modified xsi:type="dcterms:W3CDTF">2026-09-18T19:53:34Z</dcterms:modified>
</cp:coreProperties>
</file>