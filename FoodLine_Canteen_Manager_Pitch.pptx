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4389120" cy="365760"/>
          </a:xfrm>
          <a:prstGeom prst="roundRect">
            <a:avLst>
              <a:gd name="adj" fmla="val 50000"/>
            </a:avLst>
          </a:prstGeom>
          <a:solidFill>
            <a:srgbClr val="1A2E26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CANTEEN PROFIT &amp; GROWTH PITCH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Your Daily Canteen Sales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Break-Time Queue Losses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 — The #1 Express Pre-Ordering &amp; Kitchen Automation Rail for Campus Canteens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0698480" cy="1645920"/>
          </a:xfrm>
          <a:prstGeom prst="rect">
            <a:avLst>
              <a:gd name="adj" fmla="val 5556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297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CANTEEN MANAGER PROMISE: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4663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Capture 100% of rush-hour orders from students before break bell rings.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upfront payment with 12-digit UTR verification — ZERO fake screenshot fraud.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upfront investment • Free Kitchen Display System (KDS) • 10-Minute staff setup.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RUSH-HOUR CRISIS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Your Canteen Losing Money Every Single Day?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2121A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60% Student Turnback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only 15-20 minutes of recess, over half the students leave or skip buying food because the counter line is 25+ students deep.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12121A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Counter Bottleneck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46888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cash exchange, scanning individual QR codes, and shouting token numbers eats up 45 seconds per student. You can only serve ~150 meals per break.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2121A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Fake Screenshot Losses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246888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peak rush, staff cannot check every UPI bank statement. Fraudulent screenshots cause 5-10% daily revenue loss in busy canteens.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FOODLINE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Your Canteen into a High-Speed 30-Sec Express Station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60320" cy="4389120"/>
          </a:xfrm>
          <a:prstGeom prst="rect">
            <a:avLst/>
          </a:prstGeom>
          <a:solidFill>
            <a:srgbClr val="12121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Pre-Orders From Class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order &amp; pay via UPI 15 mins before break bell rings.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560320" cy="4389120"/>
          </a:xfrm>
          <a:prstGeom prst="rect">
            <a:avLst/>
          </a:prstGeom>
          <a:solidFill>
            <a:srgbClr val="12121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11880" y="25603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KDS Notification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33832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land on your kitchen display screen sorted by preparation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560320" cy="4389120"/>
          </a:xfrm>
          <a:prstGeom prst="rect">
            <a:avLst/>
          </a:prstGeom>
          <a:solidFill>
            <a:srgbClr val="12121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5603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Preparation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33832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 exact quantities hot and fresh right as break starts.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23960" y="1645920"/>
            <a:ext cx="2560320" cy="4389120"/>
          </a:xfrm>
          <a:prstGeom prst="rect">
            <a:avLst/>
          </a:prstGeom>
          <a:solidFill>
            <a:srgbClr val="12121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006840" y="25603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30-Sec Express Pickup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06840" y="338328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scans optical QR pass at counter and collects hot meal.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CANTEEN PROFIT PILLAR #1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3x More Students With the Exact Same Kitchen Staff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FOODLINE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Maximum ~150-180 orders served during 20-min break.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Physical counter bottleneck stops sales.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 wait times frustrate students.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Unsold food wasted if prepared specs fail.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Daily Revenue Ceiling: ~₹8,000 / day.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12121A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FOODLINE CAMPUS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450 to 600+ orders fulfilled per break!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Pre-orders enable batch preparation before bell rings.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Express counter hands over meals in &lt;30 seconds.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0% student turnbacks — every student gets served.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Daily Revenue Potential: ₹30,000+ / day!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CANTEEN PROFIT PILLAR #2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12-Digit Instant UTR Verification — 100% Secured Payments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solidFill>
            <a:srgbClr val="12121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Zero Fraud &amp; Instant Bank Reconciliation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12-Digit UTR Replay Guard: Every UPI payment transaction reference is verified before the order reaches your kitchen.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Upfront Payment Guarantee: Money is credited before food is prepared. No cash handling, no fake screenshots, no unpaid meals.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2062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Canteen Manager Dashboard: View total daily cash flow, UPI breakdown, and dish sales in real-time on your phone or tablet.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50292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Canteen Settlement: Money lands straight in your canteen UPI bank account with clear automated ledger records.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CANTEEN PROFIT PILLAR #3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Pre-Order Inventory — Cut Food Waste by 80%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Exact Demand Forecasting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more guessing how many Samosas, Misal Pav, or Sandwiches to make. Your KDS shows exact quantities pre-ordered 15 minutes in advance, so your chef cooks precisely what is needed.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12121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Boost Net Profit Margins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Eliminating unsold food directly adds 5% to 8% straight to your canteen's net monthly profit margin. Higher average order values from combo pre-orders boost total ticket size by 30%.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CANTEEN 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 Display System (KDS) — Built for Fast Kitchens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201168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1-Tap Status Updates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"PREPARING" → "READY" → "DISPATCHED". Student receives instant SMS/WhatsApp &amp; app alert.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120640" cy="201168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🔊 Soundbox &amp; Voice Pass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audio chime alerts kitchen staff when new pre-orders arrive during rush hour.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5120640" cy="201168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Dish Morning Prep Mode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572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total dish preparation targets (e.g. "Prep 120 Vada Pav &amp; 80 Cold Coffees") at a glance.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931920"/>
            <a:ext cx="5120640" cy="201168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No Paper Tokens Needed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572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100% digital. Student shows optical QR pass on phone for 2-second scan verification.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CANTEEN FINANCIAL GAINS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Monthly Canteen Revenue &amp; Net Profit Comparison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468880"/>
                <a:gridCol w="256032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</a:rPr>
                        <a:t>BUSINESS METRIC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1A1AA"/>
                          </a:solidFill>
                        </a:rPr>
                        <a:t>TRADITIONAL COUNTER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E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WITH FOODLINE CAMPUS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YOUR CANTEEN PROFIT GAIN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1A1AA"/>
                          </a:solidFill>
                        </a:rPr>
                        <a:t>Daily Break Meals Served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180 Meals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550 Meals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</a:rPr>
                        <a:t>+370 Extra Meals / Day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1A1AA"/>
                          </a:solidFill>
                        </a:rPr>
                        <a:t>Average Order Value (AOV)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₹45 / Meal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₹65 (Pre-Order Combos)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</a:rPr>
                        <a:t>+₹20 Basket Growth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18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1A1AA"/>
                          </a:solidFill>
                        </a:rPr>
                        <a:t>Daily Canteen Revenue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₹8,100 / Day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₹35,750 / Day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</a:rPr>
                        <a:t>+₹27,650 / Day Revenue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1A1AA"/>
                          </a:solidFill>
                        </a:rPr>
                        <a:t>Monthly Canteen Revenue (22 Days)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₹1.78 Lakhs / Mo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₹7.86 Lakhs / Mo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18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</a:rPr>
                        <a:t>+₹6.08 Lakhs / Month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18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1A1AA"/>
                          </a:solidFill>
                        </a:rPr>
                        <a:t>Est. Net Canteen Monthly Profit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</a:rPr>
                        <a:t>₹44,500 / Month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₹1,96,500 / Month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</a:rPr>
                        <a:t>+₹1,52,000 Net Profit / Month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12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10-MINUTE ONBOARDING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Upfront Cost • Zero Hardware Purchase • Zero Risk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810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Menu Digitization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0" y="212140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upload your complete canteen menu, photos, prices, and categories into FoodLine.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063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29077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Phone or Tablet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0" y="321868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your existing Android phone or canteen tablet. No expensive machines or POS needed.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4005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10-Min Kitchen Training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60320" y="431596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operational team trains your canteen staff on 1-tap order updates on-site.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5102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Risk-Free Trial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60320" y="541324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FoodLine in your canteen with zero commitment. See the sales jump yourself!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698480" cy="5303520"/>
          </a:xfrm>
          <a:prstGeom prst="rect">
            <a:avLst>
              <a:gd name="adj" fmla="val 3448"/>
            </a:avLst>
          </a:prstGeom>
          <a:solidFill>
            <a:srgbClr val="12121A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097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Let's Partner to Grow Your Canteen Business Today!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Serving 3x More Students With Zero Queue Chaos &amp; Higher Monthly Net Profit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UPI Settlement to Your Canteen Account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Free Staff Training &amp; On-Site Launch Support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Pilot Proven: 544+ meals delivered with &lt;45s average pickup time!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3840480"/>
            <a:ext cx="9966960" cy="1645920"/>
          </a:xfrm>
          <a:prstGeom prst="rect">
            <a:avLst/>
          </a:prstGeom>
          <a:solidFill>
            <a:srgbClr val="1A2E26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02336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Contact Operations Team For Immediate Onboarding: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438912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Shivam Nirmal — Founder &amp; Operations Lead | FoodLine Campus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Phone: +91 99600 91371 | Email: support@foodlinecampus.in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Portal: https://foodline-campus.vercel.app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2026-09-10T02:22:57Z</dcterms:created>
  <dcterms:modified xsi:type="dcterms:W3CDTF">2026-09-10T02:22:57Z</dcterms:modified>
</cp:coreProperties>
</file>